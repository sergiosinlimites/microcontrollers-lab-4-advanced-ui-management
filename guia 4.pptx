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4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7542B-192F-2331-AD62-695A5CA3B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92212F-7105-3936-ACD7-13BF4B592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DE1BB8-4F59-5D71-CD5B-AB438446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5AA85D-10D8-8A80-9087-641198F0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6B709B-C2F2-30C6-6906-BDC02546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259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18E9B-E94F-7D8B-6D29-3F33D367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7F38D7-D72B-5801-50A1-B0CC10C0B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7A0496-4C2B-6908-A5A2-61A3F28A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61FCC0-4783-C1B2-C6D9-51CD948E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867BD4-7535-D4C9-04F9-503374AF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8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7E182-3CB7-C01B-6C1B-450F533A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04C258-F548-648F-EBF3-08E7DFD20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9AD134-BD2D-FAFD-6A0C-CD2D23E0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05903A-746B-16D0-C01D-6C0243FE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846B2F-05E8-5F35-9BC9-A0E763A9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123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B2316-6062-2DD4-EC71-DF7DE469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239287-BE40-7605-0DA3-EB80637D4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104AA0-677B-D59B-4DEB-0D3BBAE44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AD1494-F971-C7F7-ECAD-741D3E97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0209B2-B1B1-8E3C-B783-AA1B0948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C9326C-757D-FA2D-570C-BDF1845A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166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81E50-CC35-6031-DB2B-CC32A1114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6BFFE5-E9E8-2E1D-11F7-F8DA24677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CB9B64-414F-38D8-52A5-86BB72CD5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39DA17-1B59-E4AB-664E-4E9699052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0FB9F8-A70B-8617-C4F3-15A7B0034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A737D2-15C8-D987-8F65-5B00E20D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395C152-2753-5EA0-662D-BA54D435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7D6BCE-F6BB-62AB-C935-8996B957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683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16BE6-FB46-2DE6-9F96-FB1B7C23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C2A0EE-6622-BE7F-AF99-DFDB1780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DABE50-C30A-9BC4-456B-09C33E28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6FAF86-CEA7-C5D6-03A9-81AA929D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9090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EE2D0C-E973-BB22-B3F7-8FE0D491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F00865-A14B-F2FC-083E-30332F34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9191FE-4E2E-5210-9DED-06CDEAF1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11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1BB80-B170-8230-F0E1-1A7ED13A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79FE23-4B56-379D-BEF5-2CBF8293B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437313-55D0-5BAE-A624-6BF73CFB7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84BCD-E0E0-C5B9-A0B1-B83E8424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B36D2D-656F-4E63-6462-4A3C71FF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3A0F07-B325-520E-CFB4-4126D842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396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19842-B671-15A7-FFBC-7AE3621B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DC32F3-7B5B-B065-EB7E-676C6484C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A5EBAA-504C-4425-27C4-4394B7057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229D3C-BEA1-B8A8-EFF5-E534F3D7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03E1AB-43CE-7E79-7F00-EF44289C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7B0B31-0921-87CF-415A-3FCB2E22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518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F5398-572C-05CB-ECF4-C47F535E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9406F2-7649-402E-52A9-55C58E40F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053E2B-17DA-6150-D5AD-3E23722D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FC56F-F4F8-D207-2463-25ECA45B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B76D54-F210-7DFD-73BE-314683A7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629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7CAAC2-3929-83A7-E7A5-C82CAFE45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79C1D9-9DC4-B460-027D-EB034B933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5D0895-22C2-658F-0430-6FB70DDA0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98F824-9F11-B50E-F344-A5561277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04BB6-6517-323F-D2C5-6F4865A6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587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A2AF54-9934-4F53-02F7-A9665876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911CFA-BBDB-5111-DA0B-B4336FC02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932344-A90C-4709-63A1-DE26BA8CA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62F91-8904-4207-8DD0-20889E08DE47}" type="datetimeFigureOut">
              <a:rPr lang="es-CO" smtClean="0"/>
              <a:t>5/12/2025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02D969-B918-7C87-C2FE-538463961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C99BB5-C5BD-E57F-F03B-5F9ACE9BA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05ACC-6266-42B3-9230-F48A82143A9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465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62129-EAE5-A0EA-3CFE-C674E5665D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PRESENTACIÓN DE LABORATORIO NO. 4</a:t>
            </a:r>
            <a:br>
              <a:rPr lang="es-ES" b="1" dirty="0"/>
            </a:br>
            <a:r>
              <a:rPr lang="es-ES" b="1" dirty="0"/>
              <a:t>MICROCONTROLADORES</a:t>
            </a:r>
            <a:endParaRPr lang="es-CO" b="1" dirty="0"/>
          </a:p>
        </p:txBody>
      </p:sp>
      <p:pic>
        <p:nvPicPr>
          <p:cNvPr id="5" name="Imagen 4" descr="Universidad Nacional de Colombia - UNAL">
            <a:extLst>
              <a:ext uri="{FF2B5EF4-FFF2-40B4-BE49-F238E27FC236}">
                <a16:creationId xmlns:a16="http://schemas.microsoft.com/office/drawing/2014/main" id="{CFF0A27F-D8A0-F34F-9776-668727015A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31800" r="8800" b="31600"/>
          <a:stretch/>
        </p:blipFill>
        <p:spPr bwMode="auto">
          <a:xfrm>
            <a:off x="9401175" y="568325"/>
            <a:ext cx="2291715" cy="10329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BA66FF01-2DA0-0AD8-613E-20D6AA3ED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3964"/>
            <a:ext cx="9144000" cy="1655762"/>
          </a:xfrm>
        </p:spPr>
        <p:txBody>
          <a:bodyPr/>
          <a:lstStyle/>
          <a:p>
            <a:r>
              <a:rPr lang="es-ES" dirty="0"/>
              <a:t>Sergio Andrés Bolaños Penagos     1006343730</a:t>
            </a:r>
          </a:p>
          <a:p>
            <a:r>
              <a:rPr lang="es-ES" dirty="0"/>
              <a:t>Nicolas Plata Molano                        1006843309</a:t>
            </a:r>
          </a:p>
        </p:txBody>
      </p:sp>
    </p:spTree>
    <p:extLst>
      <p:ext uri="{BB962C8B-B14F-4D97-AF65-F5344CB8AC3E}">
        <p14:creationId xmlns:p14="http://schemas.microsoft.com/office/powerpoint/2010/main" val="86520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E82BF13-96A6-30AF-08BE-79AD270E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185" y="0"/>
            <a:ext cx="3603949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ECC57D-A71F-2212-DBE6-36FFC16FE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77277" cy="685800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B82EBDE-6D51-9A7A-C6B5-38BC5362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1134" y="2854960"/>
            <a:ext cx="4410866" cy="1325563"/>
          </a:xfrm>
        </p:spPr>
        <p:txBody>
          <a:bodyPr/>
          <a:lstStyle/>
          <a:p>
            <a:pPr algn="ctr"/>
            <a:r>
              <a:rPr lang="es-ES" b="1" dirty="0"/>
              <a:t>DIAGRAMA DE FLUJO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42246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33ED-2DAA-8F3F-8435-DD37662D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EACBA4-8A81-98F0-00FE-1BDD062F6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24" y="0"/>
            <a:ext cx="934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9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E9624-4B32-8A55-14C5-F157ABDB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s-ES" b="1" dirty="0"/>
              <a:t>ESQUEMÁTICO DEL MONTAJE</a:t>
            </a:r>
            <a:endParaRPr lang="es-CO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2D8544-0AAC-FF02-0835-C6C815A4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10" y="965200"/>
            <a:ext cx="9056379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E9624-4B32-8A55-14C5-F157ABDB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FOTO DEL MONTAJE</a:t>
            </a:r>
            <a:endParaRPr lang="es-CO" dirty="0"/>
          </a:p>
        </p:txBody>
      </p:sp>
      <p:pic>
        <p:nvPicPr>
          <p:cNvPr id="4" name="Imagen 3" descr="Un circuito electrónico&#10;&#10;El contenido generado por IA puede ser incorrecto.">
            <a:extLst>
              <a:ext uri="{FF2B5EF4-FFF2-40B4-BE49-F238E27FC236}">
                <a16:creationId xmlns:a16="http://schemas.microsoft.com/office/drawing/2014/main" id="{74765FC0-90FC-8FE3-C9BD-E8F9BFB42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3323" y="849162"/>
            <a:ext cx="4292720" cy="5723627"/>
          </a:xfrm>
          <a:prstGeom prst="rect">
            <a:avLst/>
          </a:prstGeom>
        </p:spPr>
      </p:pic>
      <p:pic>
        <p:nvPicPr>
          <p:cNvPr id="7" name="Imagen 6" descr="Imagen que contiene circuito, medidor&#10;&#10;El contenido generado por IA puede ser incorrecto.">
            <a:extLst>
              <a:ext uri="{FF2B5EF4-FFF2-40B4-BE49-F238E27FC236}">
                <a16:creationId xmlns:a16="http://schemas.microsoft.com/office/drawing/2014/main" id="{03869E13-164A-39B0-E25F-E866E2CF3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776952" y="849161"/>
            <a:ext cx="4292721" cy="572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15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26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LABORATORIO NO. 4 MICROCONTROLADORES</vt:lpstr>
      <vt:lpstr>DIAGRAMA DE FLUJO</vt:lpstr>
      <vt:lpstr>Presentación de PowerPoint</vt:lpstr>
      <vt:lpstr>ESQUEMÁTICO DEL MONTAJE</vt:lpstr>
      <vt:lpstr>FOTO DEL MONTAJE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LABORATORIO NO. 1 MICROCONTROLADORES</dc:title>
  <dc:creator>Robin Blanco</dc:creator>
  <cp:lastModifiedBy>Sergio Andrés Bolaños Penagos</cp:lastModifiedBy>
  <cp:revision>27</cp:revision>
  <dcterms:created xsi:type="dcterms:W3CDTF">2023-08-04T20:07:07Z</dcterms:created>
  <dcterms:modified xsi:type="dcterms:W3CDTF">2025-12-05T21:18:28Z</dcterms:modified>
</cp:coreProperties>
</file>